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b723f6e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b723f6e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b723f6e9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b723f6e9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b723f6e9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b723f6e9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723f6e9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723f6e9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b723f6e9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b723f6e9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b723f6e9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b723f6e9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b723f6e9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b723f6e9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b723f6e9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b723f6e9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b723f6e9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b723f6e9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b723f6e9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b723f6e9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b723f6e9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b723f6e9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b723f6e9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b723f6e9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b723f6e9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b723f6e9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b723f6e9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b723f6e9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Классификация рефератов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Работу выполнил Сотников Илья, ученик ГБНОУ СО СРЦОД.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Кейс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3000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В реестре хранятся тысячи зарегистрированных патентов. У каждой есть реферат — краткое описание содержимого. Тематическая разметка отсутствует. Ручная классификация десятков тысяч записей — дорого и долго. Решение — автоматическая классификация с помощью нейросети.</a:t>
            </a:r>
            <a:endParaRPr sz="1500"/>
          </a:p>
        </p:txBody>
      </p:sp>
      <p:sp>
        <p:nvSpPr>
          <p:cNvPr id="94" name="Google Shape;94;p14"/>
          <p:cNvSpPr txBox="1"/>
          <p:nvPr/>
        </p:nvSpPr>
        <p:spPr>
          <a:xfrm>
            <a:off x="4903675" y="1819250"/>
            <a:ext cx="38619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Модуль А — подготовка данных и проектирование модели. Сюда входит парсинг HTML-файлов, разведочный анализ, очистка, предобработка текстов, получение эмбеддингов, кластеризация для создания меток и сравнение трёх архитектур нейросетей.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Модуль Б — разработка модели. Подбор гиперпараметров через серию экспериментов, обучение финальной модели, сохранение весов.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Модуль В — тестирование. Инференс модели с загрузкой файла через интерфейс и 2 юнит теста.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Данные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2485900"/>
            <a:ext cx="233362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7425" y="1853850"/>
            <a:ext cx="2596544" cy="2984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7004100" y="2141750"/>
            <a:ext cx="17118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Данные представляли из себя два архива с HTML файлами суммарным объемом в 13600 файлов, без разметки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Парсинг данных, их очистка 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025" y="2071175"/>
            <a:ext cx="4576999" cy="90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025" y="3286025"/>
            <a:ext cx="4443075" cy="13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551" y="2209375"/>
            <a:ext cx="3321900" cy="63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1313" y="3447820"/>
            <a:ext cx="3074375" cy="1057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Предобработка данных</a:t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5838" y="1950738"/>
            <a:ext cx="5252325" cy="183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4775" y="3881875"/>
            <a:ext cx="6698057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Выделение классов в данных(кластеризация)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729450" y="2078875"/>
            <a:ext cx="2462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Разметка в исходных данных отсутствует. Категории создаём автоматически через кластеризацию KMeans. Оптимальное число кластеров определяем методом локтя. Перебираем K от 4 до 21, для каждого считаем WCSS — суммарное внутрикластерное расстояние.</a:t>
            </a:r>
            <a:endParaRPr/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0573" y="1935225"/>
            <a:ext cx="4342302" cy="268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Сравнение подходов</a:t>
            </a:r>
            <a:endParaRPr/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613" y="1853850"/>
            <a:ext cx="6068372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Архитектура лучшего подхода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6025" y="1853850"/>
            <a:ext cx="5252774" cy="311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876550" y="2348475"/>
            <a:ext cx="2025900" cy="21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На основе проведенных сравнений нескольких подходов лучшей оказалась - MLP модель. Она выдала наибольший F1 на валидационной выборке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Код модели, процесс её обучения</a:t>
            </a:r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325" y="2045200"/>
            <a:ext cx="4569375" cy="10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1875" y="3151475"/>
            <a:ext cx="3629084" cy="17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/>
        </p:nvSpPr>
        <p:spPr>
          <a:xfrm>
            <a:off x="578850" y="3373875"/>
            <a:ext cx="34896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Для обучения модели с помощью различных </a:t>
            </a: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экспериментов</a:t>
            </a: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были подобраны оптимальные гиперпараметры, на которых и обучалась модель.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5">
            <a:alphaModFix/>
          </a:blip>
          <a:srcRect b="0" l="0" r="44803" t="0"/>
          <a:stretch/>
        </p:blipFill>
        <p:spPr>
          <a:xfrm>
            <a:off x="5023025" y="2071700"/>
            <a:ext cx="3990499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Графики обучения модели</a:t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400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Подбор гиперпараметров</a:t>
            </a:r>
            <a:endParaRPr/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650" y="2064825"/>
            <a:ext cx="2502070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645" y="3445100"/>
            <a:ext cx="3381375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8845" y="1976425"/>
            <a:ext cx="2676525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Тест-кейсы</a:t>
            </a:r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00" y="2006250"/>
            <a:ext cx="8839201" cy="711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70378"/>
            <a:ext cx="8839199" cy="42127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297700" y="3754250"/>
            <a:ext cx="8376900" cy="10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Был создан скрипт, позволяющий загрузить прямо в ячейку файл реферата и получить на выход категорию, к которой относится реферат. Модель успешно проходит тест кейсы, а также умеет отсеивать битые или пустые файлы.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Модульные(юнит) тесты</a:t>
            </a:r>
            <a:endParaRPr/>
          </a:p>
        </p:txBody>
      </p:sp>
      <p:pic>
        <p:nvPicPr>
          <p:cNvPr id="175" name="Google Shape;1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950" y="1853850"/>
            <a:ext cx="3622563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1213" y="1853850"/>
            <a:ext cx="3406135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Применение в бизнесе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729450" y="2078875"/>
            <a:ext cx="3314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Роспатент и ФИПС — автоматическая рубрикация новых регистраций баз данных, ускорение экспертизы заявок.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Патентные бюро — автоматический поиск аналогов по тематике при подаче новой заявки на регистрацию.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Научные организации — мониторинг трендов. Можно отслеживать, какие тематики растут, какие стагнируют.</a:t>
            </a:r>
            <a:endParaRPr/>
          </a:p>
        </p:txBody>
      </p:sp>
      <p:pic>
        <p:nvPicPr>
          <p:cNvPr descr="Creative visual of business data analyzing technology (Provided by Getty Images)" id="183" name="Google Shape;1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032" y="2078875"/>
            <a:ext cx="4019743" cy="22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/>
        </p:nvSpPr>
        <p:spPr>
          <a:xfrm>
            <a:off x="2723850" y="2261700"/>
            <a:ext cx="36963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Спасибо за внимание!</a:t>
            </a:r>
            <a:endParaRPr sz="2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